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tarde! Obrigado pelo tempo. Nos próximos minutos eu quero mostrar um sistema que a gente desenvolveu pensando exatamente no problema que toda loja de material odontológico tem: produto perdendo validade sem ninguém perceber a tempo. Se hoje o senhor controla isso em planilha, caderno ou de cabeça, essa apresentação é pra mostrar como dá pra fazer isso de um jeito muito mais simples — e ainda transformar isso em venda, não só em prejuízo evitado. Vou mostrar o problema real, como o sistema resolve, e depois passar rapidamente pela tela para o senhor ver funcionando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ponto de partida: o problema não é falta de cuidado, é falta de ferramenta. Com dezenas ou centenas de produtos, cada um com seu próprio lote e validade, é humanamente difícil acompanhar isso numa planilha ou de memória. E o resultado de deixar passar não é só o produto vencido — é a oportunidade perdida de vender ele com desconto antes disso acontecer, e o tempo que se gasta tentando divulgar uma promoção na correria.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ideia central do ValidadePro é essa: em vez do dono da loja ter que lembrar de tudo, o sistema lembra por ele. Três frentes trabalham juntas — o estoque organizado por validade, a sugestão automática de promoção quando um produto começa a ficar perto do vencimento, e a geração pronta da arte e da legenda pra divulgar essa promoção. Agora eu vou mostrar isso funcionando na tela real, com produtos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Assim que o dono da loja entra, ele já vê o resumo do dia: quanto de estoque está em risco de vencer, quantas promoções estão ativas, e os lotes organizados por faixa — mais de 90 dias, entre 61 e 90, entre 31 e 60, até 30 dias, e vencido. Não precisa abrir relatório nenhum, não precisa calcular nada na mão. Se não tem nada urgente, o sistema já avisa isso também, então o dono sabe que pode focar em outra coisa no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é onde fica o controle fino: todos os lotes, cada um com o produto, a validade, quantos dias faltam e o valor em custo. As cores dizem tudo de longe — verde é tranquilo, amarelo é atenção, vermelho é urgente. Dá pra buscar por produto, marca ou código, e cadastrar entrada e saída de estoque direto por aqui. E o cadastro pode ser feito produto por produto ou importando uma planilha Excel de uma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dia de manhã o sistema confere o estoque sozinho e sugere descontos pelos dias que faltam pra cada produto vencer. O dono só precisa aprovar ou ajustar o percentual — não precisa sair calculando nada. E também dá pra montar um kit manualmente, juntando dois ou mais produtos numa promoção só, quando faz sentido pra loja.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é a parte que mais chama atenção de quem vê o sistema pela primeira vez. Assim que existe uma promoção ativa, o ValidadePro já monta o plano do dia sozinho: mensagem pronta pra mandar no WhatsApp, legenda pra Instagram, texto pro Status, e até dica de melhor horário pra postar. Quem cuida do marketing da loja não precisa mais pensar no que postar — só copiar 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o dono escolhe a promoção e o modelo de arte — tem opções pra clínica, pra queima de estoque, pra kit, pra feed do Instagram ou story. A prévia atualiza na hora, com o produto, o preço e a validade certos. E também sai pronto em vídeo curto pra Reels e Status, sem precisar gravar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de gerar, é só baixar a imagem — a legenda pro Instagram já vem escrita junto, com o tom que o dono preferir, e ainda dá pra reescrever com IA se quiser um texto diferente. Do zero até o post pronto pra publicar, o processo inteiro leva menos de um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promoção ativa também aparece numa vitrine pública, um link que pode ser colocado na bio do Instagram ou mandado direto pro cliente. Lá o cliente vê o produto, o preço com desconto, a validade e clica em "Comprar pelo WhatsApp" — cai direto numa conversa com a loja, já puxando o produto que ele quer. Não precisa de loja virtual, checkout ou nada complicado.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o que hoje toma tempo e ainda assim deixa passar produto vencendo, com o ValidadePro vira um processo automático. O dono ganha tempo, reduz prejuízo com vencimento, e ainda transforma isso em movimento de venda — porque toda promoção já sai divulgada, pronta pro cliente ver e comprar.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 fechar: a proposta é simples. Em vez de decidir só pela apresentação, eu sugiro colocarmos alguns produtos reais da loja no sistema e acompanhar de perto nas primeiras semanas — assim o senhor vê o ValidadePro funcionando com o estoque de verdade, não só numa demonstração. A partir daí, se fizer sentido pra loja, seguimos com a implantação completa. Fico à disposição pra tirar qualquer dúvida agora ou marcar um próximo encontro.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7FD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DO SISTEMA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214041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ValidadePro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12800" y="2204641"/>
            <a:ext cx="78486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FE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produto vencendo na prateleira. Mais venda do que já está no estoque.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831880"/>
            <a:ext cx="27136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para o dono da SOMEDICA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25174" y="5831880"/>
            <a:ext cx="13048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33558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7FD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940024"/>
            <a:ext cx="9810750" cy="1690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vencido na prateleira não é um erro — é o resultado de controlar validade sem ferramenta certa.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3960416"/>
            <a:ext cx="3386634" cy="1561902"/>
          </a:xfrm>
          <a:prstGeom prst="roundRect">
            <a:avLst>
              <a:gd name="adj" fmla="val 8131"/>
            </a:avLst>
          </a:prstGeom>
          <a:solidFill>
            <a:srgbClr val="123F4B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4214416"/>
            <a:ext cx="296499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ou caderno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4575076"/>
            <a:ext cx="296499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D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lembra de olhar todo dia. O aviso vem tarde.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2634" y="3960416"/>
            <a:ext cx="3386733" cy="1561902"/>
          </a:xfrm>
          <a:prstGeom prst="roundRect">
            <a:avLst>
              <a:gd name="adj" fmla="val 8131"/>
            </a:avLst>
          </a:prstGeom>
          <a:solidFill>
            <a:srgbClr val="123F4B"/>
          </a:solidFill>
          <a:ln/>
        </p:spPr>
      </p:sp>
      <p:sp>
        <p:nvSpPr>
          <p:cNvPr id="8" name="Text 6"/>
          <p:cNvSpPr/>
          <p:nvPr/>
        </p:nvSpPr>
        <p:spPr>
          <a:xfrm>
            <a:off x="4656634" y="4214416"/>
            <a:ext cx="296509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Promoção de última hora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56634" y="4575076"/>
            <a:ext cx="2965095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D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alguém percebe o vencimento, já é tarde pra vender com desconto.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2566" y="3960416"/>
            <a:ext cx="3386634" cy="1561902"/>
          </a:xfrm>
          <a:prstGeom prst="roundRect">
            <a:avLst>
              <a:gd name="adj" fmla="val 8131"/>
            </a:avLst>
          </a:prstGeom>
          <a:solidFill>
            <a:srgbClr val="123F4B"/>
          </a:solidFill>
          <a:ln/>
        </p:spPr>
      </p:sp>
      <p:sp>
        <p:nvSpPr>
          <p:cNvPr id="11" name="Text 9"/>
          <p:cNvSpPr/>
          <p:nvPr/>
        </p:nvSpPr>
        <p:spPr>
          <a:xfrm>
            <a:off x="8246566" y="4214416"/>
            <a:ext cx="296499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Divulgação manual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46566" y="4575076"/>
            <a:ext cx="296499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D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arte, legenda e postar toma tempo que a loja não tem sobrando.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1F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0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ValidadePro cuida de 3 coisas, todo dia, sozinho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86161"/>
            <a:ext cx="3386634" cy="38558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D3B46">
                <a:alpha val="8000"/>
              </a:srgbClr>
            </a:outerShdw>
          </a:effectLst>
        </p:spPr>
      </p:sp>
      <p:pic>
        <p:nvPicPr>
          <p:cNvPr id="5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600" y="2290961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7600" y="2773561"/>
            <a:ext cx="286034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Estoque por validade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17600" y="3220541"/>
            <a:ext cx="2860345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lote com sua data. O sistema avisa o que está perto de vencer antes de virar prejuízo.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34" y="1986161"/>
            <a:ext cx="3386733" cy="38558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D3B46">
                <a:alpha val="8000"/>
              </a:srgbClr>
            </a:outerShdw>
          </a:effectLst>
        </p:spPr>
      </p:sp>
      <p:pic>
        <p:nvPicPr>
          <p:cNvPr id="9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7434" y="2290961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7434" y="2773561"/>
            <a:ext cx="286044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Promoção sugerida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707434" y="3220541"/>
            <a:ext cx="2860447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calcula o desconto pelos dias que faltam pra vencer. Você só aprova.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2566" y="1986161"/>
            <a:ext cx="3386634" cy="38558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D3B46">
                <a:alpha val="8000"/>
              </a:srgbClr>
            </a:outerShdw>
          </a:effectLst>
        </p:spPr>
      </p:sp>
      <p:pic>
        <p:nvPicPr>
          <p:cNvPr id="13" name="Image 2" descr="Cha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97366" y="2290961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97366" y="2773561"/>
            <a:ext cx="286034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pronto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97366" y="3220541"/>
            <a:ext cx="2860345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Arte, legenda e link de pedido pelo WhatsApp, gerados na hora, sem precisar de designer.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1 · PAINEL INÍCIO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9810750" cy="84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clique já mostra o que precisa de atenção hoje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05000" y="2048470"/>
            <a:ext cx="8382000" cy="3937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5400000">
              <a:srgbClr val="0D3B46">
                <a:alpha val="18000"/>
              </a:srgbClr>
            </a:outerShdw>
          </a:effectLst>
        </p:spPr>
      </p:sp>
      <p:pic>
        <p:nvPicPr>
          <p:cNvPr id="5" name="Image 0" descr="Painel Início do ValidadePro mostrando valor em risco, promoções ativas e lotes por faixa de vencimento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057400" y="2200870"/>
            <a:ext cx="7801670" cy="3632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869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84805" y="6238280"/>
            <a:ext cx="12451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pelo sistema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2 · ESTOQUE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981075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lote com a sua validade, sempre visível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05000" y="1843980"/>
            <a:ext cx="8382000" cy="3937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5400000">
              <a:srgbClr val="0D3B46">
                <a:alpha val="18000"/>
              </a:srgbClr>
            </a:outerShdw>
          </a:effectLst>
        </p:spPr>
      </p:sp>
      <p:pic>
        <p:nvPicPr>
          <p:cNvPr id="5" name="Image 0" descr="Tela de Estoque do ValidadePro listando lotes com data de validade, dias restantes e quantidade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057400" y="1996380"/>
            <a:ext cx="7801670" cy="3632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869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84805" y="6238280"/>
            <a:ext cx="12451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pelo sistema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3 · PROMOÇÕES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981075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sugere o desconto — o dono só aprova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05000" y="1843980"/>
            <a:ext cx="8382000" cy="3937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5400000">
              <a:srgbClr val="0D3B46">
                <a:alpha val="18000"/>
              </a:srgbClr>
            </a:outerShdw>
          </a:effectLst>
        </p:spPr>
      </p:sp>
      <p:pic>
        <p:nvPicPr>
          <p:cNvPr id="5" name="Image 0" descr="Tela de Promoções do ValidadePro com contadores de promoções esperando aprovação, ativas e valor em oferta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057400" y="1996380"/>
            <a:ext cx="7801670" cy="3632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869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84805" y="6238280"/>
            <a:ext cx="12451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pelo sistema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4 · MARKETING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981075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dia, um plano de divulgação pronto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05000" y="1843980"/>
            <a:ext cx="8382000" cy="3937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5400000">
              <a:srgbClr val="0D3B46">
                <a:alpha val="18000"/>
              </a:srgbClr>
            </a:outerShdw>
          </a:effectLst>
        </p:spPr>
      </p:sp>
      <p:pic>
        <p:nvPicPr>
          <p:cNvPr id="5" name="Image 0" descr="Tela de Marketing do ValidadePro mostrando o Plano do Dia com mensagem para WhatsApp, legenda para Instagram e dicas de horário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057400" y="1996380"/>
            <a:ext cx="7801670" cy="3632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869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84805" y="6238280"/>
            <a:ext cx="12451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pelo sistema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5 · CRIAR PEÇA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9810750" cy="84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 profissional em segundos, sem precisar de designer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05000" y="2048470"/>
            <a:ext cx="8382000" cy="3937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5400000">
              <a:srgbClr val="0D3B46">
                <a:alpha val="18000"/>
              </a:srgbClr>
            </a:outerShdw>
          </a:effectLst>
        </p:spPr>
      </p:sp>
      <p:pic>
        <p:nvPicPr>
          <p:cNvPr id="5" name="Image 0" descr="Tela de Criar peça do ValidadePro com o template Vibrante selecionado e a prévia da arte pronta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057400" y="2200870"/>
            <a:ext cx="7801670" cy="3632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869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84805" y="6238280"/>
            <a:ext cx="12451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pelo sistema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6 · PEÇA PRONTA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981075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Baixe e publique — a legenda já vem junto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05000" y="1843980"/>
            <a:ext cx="8382000" cy="3937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5400000">
              <a:srgbClr val="0D3B46">
                <a:alpha val="18000"/>
              </a:srgbClr>
            </a:outerShdw>
          </a:effectLst>
        </p:spPr>
      </p:sp>
      <p:pic>
        <p:nvPicPr>
          <p:cNvPr id="5" name="Image 0" descr="Tela mostrando a peça pronta para baixar, com legenda para Instagram já gerada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057400" y="1996380"/>
            <a:ext cx="7801670" cy="3632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869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84805" y="6238280"/>
            <a:ext cx="12451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pelo sistema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7 · VITRINE PÚBLICA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981075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vê a oferta e compra direto pelo WhatsApp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05000" y="1843980"/>
            <a:ext cx="8382000" cy="3937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5400000">
              <a:srgbClr val="0D3B46">
                <a:alpha val="18000"/>
              </a:srgbClr>
            </a:outerShdw>
          </a:effectLst>
        </p:spPr>
      </p:sp>
      <p:pic>
        <p:nvPicPr>
          <p:cNvPr id="5" name="Image 0" descr="Vitrine pública de ofertas da loja, com produtos, preços, validade e botão Comprar pelo WhatsApp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057400" y="1996380"/>
            <a:ext cx="7801670" cy="3632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869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84805" y="6238280"/>
            <a:ext cx="12451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pelo sistema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8A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4990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E3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ISSO IMPORTA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254349"/>
            <a:ext cx="9810750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perda, mais venda, sem trabalho extra pra ninguém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3602930"/>
            <a:ext cx="3386634" cy="1605062"/>
          </a:xfrm>
          <a:prstGeom prst="roundRect">
            <a:avLst>
              <a:gd name="adj" fmla="val 7912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3856930"/>
            <a:ext cx="296499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66800" y="4456311"/>
            <a:ext cx="2964993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3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manual pra acompanhar validade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634" y="3602930"/>
            <a:ext cx="3386733" cy="1605062"/>
          </a:xfrm>
          <a:prstGeom prst="roundRect">
            <a:avLst>
              <a:gd name="adj" fmla="val 7912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656634" y="3856930"/>
            <a:ext cx="296509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dia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56634" y="4456311"/>
            <a:ext cx="296509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3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divulgação pronto, sem esforço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2566" y="3602930"/>
            <a:ext cx="3386634" cy="1605062"/>
          </a:xfrm>
          <a:prstGeom prst="roundRect">
            <a:avLst>
              <a:gd name="adj" fmla="val 7912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46566" y="3856930"/>
            <a:ext cx="296499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Minutos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46566" y="4456311"/>
            <a:ext cx="2964993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3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produto perto de vencer até o post publicado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3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7FD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214041"/>
            <a:ext cx="9156700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testar com os produtos reais da loja?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3625850"/>
            <a:ext cx="348823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Acesso de teste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986510"/>
            <a:ext cx="34882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D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Cadastramos alguns produtos reais da loja pra ver o sistema funcionando de verdade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02634" y="3625850"/>
            <a:ext cx="34883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Acompanhamento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02634" y="3986510"/>
            <a:ext cx="34883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D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primeiras semanas, ajustamos junto com o dia a dia da loja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92566" y="3625850"/>
            <a:ext cx="348823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Decisão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92566" y="3986510"/>
            <a:ext cx="34882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D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sistema rodando de verdade, fica fácil ver se faz sentido seguir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5831880"/>
            <a:ext cx="869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06472" y="5831880"/>
            <a:ext cx="9235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[seu contato]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ValidadePro — Apresentação</dc:title>
  <dc:subject>PptxGenJS Presentation</dc:subject>
  <dc:creator>PptxGenJS</dc:creator>
  <cp:lastModifiedBy>PptxGenJS</cp:lastModifiedBy>
  <cp:revision>1</cp:revision>
  <dcterms:created xsi:type="dcterms:W3CDTF">2026-09-29T00:13:24Z</dcterms:created>
  <dcterms:modified xsi:type="dcterms:W3CDTF">2026-09-29T00:13:24Z</dcterms:modified>
</cp:coreProperties>
</file>